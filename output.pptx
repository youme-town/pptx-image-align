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886" y="360000"/>
            <a:ext cx="2453448" cy="2453448"/>
          </a:xfrm>
          <a:prstGeom prst="rect">
            <a:avLst/>
          </a:prstGeom>
          <a:effectLst/>
        </p:spPr>
      </p:pic>
      <p:pic>
        <p:nvPicPr>
          <p:cNvPr id="3" name="Picture 2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335" y="360000"/>
            <a:ext cx="2453448" cy="2453448"/>
          </a:xfrm>
          <a:prstGeom prst="rect">
            <a:avLst/>
          </a:prstGeom>
          <a:effectLst/>
        </p:spPr>
      </p:pic>
      <p:pic>
        <p:nvPicPr>
          <p:cNvPr id="4" name="Picture 3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784" y="360000"/>
            <a:ext cx="2453448" cy="2453448"/>
          </a:xfrm>
          <a:prstGeom prst="rect">
            <a:avLst/>
          </a:prstGeom>
          <a:effectLst/>
        </p:spPr>
      </p:pic>
      <p:pic>
        <p:nvPicPr>
          <p:cNvPr id="5" name="Picture 4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886" y="2867448"/>
            <a:ext cx="2453448" cy="2453448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3080670" y="3586232"/>
            <a:ext cx="479189" cy="47918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20265" y="4305016"/>
            <a:ext cx="718783" cy="71878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1_0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411" y="5393947"/>
            <a:ext cx="1104052" cy="1104052"/>
          </a:xfrm>
          <a:prstGeom prst="rect">
            <a:avLst/>
          </a:prstGeom>
          <a:effectLst/>
        </p:spPr>
      </p:pic>
      <p:sp>
        <p:nvSpPr>
          <p:cNvPr id="9" name="Rectangle 8"/>
          <p:cNvSpPr/>
          <p:nvPr/>
        </p:nvSpPr>
        <p:spPr>
          <a:xfrm>
            <a:off x="2371411" y="5393947"/>
            <a:ext cx="1104052" cy="110405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1_0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1758" y="5393947"/>
            <a:ext cx="1104052" cy="1104052"/>
          </a:xfrm>
          <a:prstGeom prst="rect">
            <a:avLst/>
          </a:prstGeom>
          <a:effectLst/>
        </p:spPr>
      </p:pic>
      <p:sp>
        <p:nvSpPr>
          <p:cNvPr id="11" name="Rectangle 10"/>
          <p:cNvSpPr/>
          <p:nvPr/>
        </p:nvSpPr>
        <p:spPr>
          <a:xfrm>
            <a:off x="3701758" y="5393947"/>
            <a:ext cx="1104052" cy="110405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335" y="2867448"/>
            <a:ext cx="2453448" cy="2453448"/>
          </a:xfrm>
          <a:prstGeom prst="rect">
            <a:avLst/>
          </a:prstGeom>
          <a:effectLst/>
        </p:spPr>
      </p:pic>
      <p:sp>
        <p:nvSpPr>
          <p:cNvPr id="13" name="Rectangle 12"/>
          <p:cNvSpPr/>
          <p:nvPr/>
        </p:nvSpPr>
        <p:spPr>
          <a:xfrm>
            <a:off x="5588119" y="3586232"/>
            <a:ext cx="479189" cy="47918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27714" y="4305016"/>
            <a:ext cx="718783" cy="71878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rop_1_1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8860" y="5393947"/>
            <a:ext cx="1104052" cy="1104052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4878860" y="5393947"/>
            <a:ext cx="1104052" cy="110405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rop_1_1_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9207" y="5393947"/>
            <a:ext cx="1104052" cy="1104052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6209207" y="5393947"/>
            <a:ext cx="1104052" cy="110405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6784" y="2867448"/>
            <a:ext cx="2453448" cy="2453448"/>
          </a:xfrm>
          <a:prstGeom prst="rect">
            <a:avLst/>
          </a:prstGeom>
          <a:effectLst/>
        </p:spPr>
      </p:pic>
      <p:sp>
        <p:nvSpPr>
          <p:cNvPr id="20" name="Rectangle 19"/>
          <p:cNvSpPr/>
          <p:nvPr/>
        </p:nvSpPr>
        <p:spPr>
          <a:xfrm>
            <a:off x="8095568" y="3586232"/>
            <a:ext cx="479189" cy="47918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35162" y="4305016"/>
            <a:ext cx="718783" cy="71878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rop_1_2_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6309" y="5393947"/>
            <a:ext cx="1104052" cy="1104052"/>
          </a:xfrm>
          <a:prstGeom prst="rect">
            <a:avLst/>
          </a:prstGeom>
          <a:effectLst/>
        </p:spPr>
      </p:pic>
      <p:sp>
        <p:nvSpPr>
          <p:cNvPr id="23" name="Rectangle 22"/>
          <p:cNvSpPr/>
          <p:nvPr/>
        </p:nvSpPr>
        <p:spPr>
          <a:xfrm>
            <a:off x="7386309" y="5393947"/>
            <a:ext cx="1104052" cy="110405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rop_1_2_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16656" y="5393947"/>
            <a:ext cx="1104052" cy="1104052"/>
          </a:xfrm>
          <a:prstGeom prst="rect">
            <a:avLst/>
          </a:prstGeom>
          <a:effectLst/>
        </p:spPr>
      </p:pic>
      <p:sp>
        <p:nvSpPr>
          <p:cNvPr id="25" name="Rectangle 24"/>
          <p:cNvSpPr/>
          <p:nvPr/>
        </p:nvSpPr>
        <p:spPr>
          <a:xfrm>
            <a:off x="8716656" y="5393947"/>
            <a:ext cx="1104052" cy="110405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